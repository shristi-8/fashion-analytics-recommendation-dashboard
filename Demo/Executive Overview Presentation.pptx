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91" d="100"/>
          <a:sy n="91" d="100"/>
        </p:scale>
        <p:origin x="32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risti Singh" userId="1908d33bda8a3b8a" providerId="LiveId" clId="{4137EA8B-9DC6-4890-A36B-9A1A1954B4B5}"/>
    <pc:docChg chg="custSel addSld delSld modSld">
      <pc:chgData name="Shristi Singh" userId="1908d33bda8a3b8a" providerId="LiveId" clId="{4137EA8B-9DC6-4890-A36B-9A1A1954B4B5}" dt="2026-06-25T11:41:14.682" v="2" actId="680"/>
      <pc:docMkLst>
        <pc:docMk/>
      </pc:docMkLst>
      <pc:sldChg chg="delSp del mod delAnim">
        <pc:chgData name="Shristi Singh" userId="1908d33bda8a3b8a" providerId="LiveId" clId="{4137EA8B-9DC6-4890-A36B-9A1A1954B4B5}" dt="2026-06-25T11:41:07.489" v="1" actId="2696"/>
        <pc:sldMkLst>
          <pc:docMk/>
          <pc:sldMk cId="215278408" sldId="256"/>
        </pc:sldMkLst>
        <pc:picChg chg="del">
          <ac:chgData name="Shristi Singh" userId="1908d33bda8a3b8a" providerId="LiveId" clId="{4137EA8B-9DC6-4890-A36B-9A1A1954B4B5}" dt="2026-06-25T11:41:04.386" v="0" actId="21"/>
          <ac:picMkLst>
            <pc:docMk/>
            <pc:sldMk cId="215278408" sldId="256"/>
            <ac:picMk id="5" creationId="{ABB1ECE7-9A0D-2CB9-5EE1-915B9CD7D490}"/>
          </ac:picMkLst>
        </pc:picChg>
      </pc:sldChg>
      <pc:sldChg chg="new">
        <pc:chgData name="Shristi Singh" userId="1908d33bda8a3b8a" providerId="LiveId" clId="{4137EA8B-9DC6-4890-A36B-9A1A1954B4B5}" dt="2026-06-25T11:41:14.682" v="2" actId="680"/>
        <pc:sldMkLst>
          <pc:docMk/>
          <pc:sldMk cId="3826999021" sldId="256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0DECED-4E1E-104F-6166-D0935249BA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F3AC15-DB32-B5BB-A9EB-41F9FE74D8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B255D9-22A9-A57B-6B02-B164496090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814CB7-9A2A-4E28-AA92-0878950FDB86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E84B8F-8B2A-6A37-965C-9CA6B239E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9ADDAB-8BB7-B8D1-46D1-92490D1B27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C6AF2F-769A-4419-8F76-B742B297FD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8571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4577D4-74BA-B43C-56E2-6FD83A2176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A46363-B114-EF71-8A50-5A45F337FE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584C19-CA48-CB3B-6729-45FBBB1D81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814CB7-9A2A-4E28-AA92-0878950FDB86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671DEF-01D6-7541-3A8D-24447BCAD1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7D41F6-8D4F-DEF9-2E56-32C542394C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C6AF2F-769A-4419-8F76-B742B297FD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23074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469EC0-79E3-4E5E-3FF4-613611017D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411D50-5BBF-47FD-D037-1E1C5FE986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30CBBC-0DBF-F6F8-079F-13F4D41D14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814CB7-9A2A-4E28-AA92-0878950FDB86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0F5B14-0017-87F1-F28F-F02EAE1872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512BE5-DAB5-8AE9-B830-A0EDC51F65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C6AF2F-769A-4419-8F76-B742B297FD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79371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F711A8-1B75-DE3A-2D67-D39E6E6B5D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AEE9E4-42D1-AD0A-0349-65D137C9129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6785ED-6E04-06B1-95E5-4DA91EA6B5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6F1946-4F69-FD2E-0165-EEC4290DCE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814CB7-9A2A-4E28-AA92-0878950FDB86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F5DEF4-1BF7-7DD4-5BB3-32948AA43C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63E9A9-C222-B4C6-5A4A-4CE06B0206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C6AF2F-769A-4419-8F76-B742B297FD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22909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4DFD34-9499-B542-D7C0-12769AE9CF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718630-31D5-A383-FDAE-1D2EBFCB87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F273B5-43E5-9DEA-232F-D559D2E974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7F7EED0-41EE-B7C5-0596-13A0DFFA18B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D4AFC24-9C07-A69E-CDA5-020F98C1B3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3A1AB13-6ACB-2619-419D-F7E99A2565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814CB7-9A2A-4E28-AA92-0878950FDB86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13F47D7-37EB-BFA0-5E2B-F92674D847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86A6FB-84AD-0E8C-CF19-EE2BACF724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C6AF2F-769A-4419-8F76-B742B297FD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90195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095326-D116-4824-BBEF-973CE776FA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4F86C96-2C11-EBED-EC8E-9367F9BAAB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814CB7-9A2A-4E28-AA92-0878950FDB86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7CB1D2A-883E-F91D-29D1-B1DFE7CA1C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C932457-62CF-08A8-AD6F-5381DE7A70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C6AF2F-769A-4419-8F76-B742B297FD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96878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D6712CA-3BB1-1F28-76F9-EE052BBAA8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814CB7-9A2A-4E28-AA92-0878950FDB86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0228474-9844-3BDF-1D92-AF24FE30E2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29EC7C-9745-1DB6-69A2-0FC827162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C6AF2F-769A-4419-8F76-B742B297FD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64672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32F7FE-1C7F-D989-C436-4C2A2144D3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53ADA7-8A42-FCB0-47D0-E753D5CCC2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6EA408-65C0-5D89-4BF4-3256039494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AAAFC9-E034-5774-2202-836759C023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814CB7-9A2A-4E28-AA92-0878950FDB86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11C824-C597-5627-1577-32A6509CFE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03DD71-CEE7-C95D-A2F1-A0C93CD58F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C6AF2F-769A-4419-8F76-B742B297FD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35411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20C44E-1C76-3C29-7AC0-9F05D3D1E8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70E6E59-5EFF-DFD8-C5FD-8A22ACF9B2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34342CB-E225-1E84-EBAC-9BA10D2742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0502D4-3D38-0E43-08FE-2AE477CE75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814CB7-9A2A-4E28-AA92-0878950FDB86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631E2C-C292-AC3F-F5B4-5C5C98D3FC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CD3B34-8EC1-8707-FDCC-8692415C38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C6AF2F-769A-4419-8F76-B742B297FD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33486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341FF2-F40B-F02F-ADEF-4CC4BF7009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216C72-7D85-F2E6-DF5D-15E3B6B867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160902-1F8E-9867-88E4-E6FB5F2FB2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814CB7-9A2A-4E28-AA92-0878950FDB86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6B9182-508C-761F-57C8-E8C3AC05BB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AE13BC-3247-9C73-96A7-A311EBC0B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C6AF2F-769A-4419-8F76-B742B297FD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23469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121C673-3626-9F4E-1D20-4E67C787692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100FF2-5A08-2896-445F-1D94AE7173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D94440-5CB8-CEF9-8D81-9CD7411262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814CB7-9A2A-4E28-AA92-0878950FDB86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DEE9ED-6262-55A7-A77A-1F27D4D8D0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66BC5B-42E3-DFC4-7033-BAD7C3DD08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C6AF2F-769A-4419-8F76-B742B297FD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22135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C252749-275B-0298-1D2C-06761CB64A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5E3892-D711-2A19-7D1D-4CD5BD09DC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EC25C7-C779-DD41-D40B-B47187D687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814CB7-9A2A-4E28-AA92-0878950FDB86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0A00B7-5919-488B-FA70-F42BABDBAE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832556-44C2-95E5-59A1-81EC032BA5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C6AF2F-769A-4419-8F76-B742B297FD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33905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EB6CF9-83A6-1A85-3F33-785C375C588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9D77D1F-189D-056B-F856-E38E721DAE9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69990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Shristi Singh</dc:creator>
  <cp:lastModifiedBy>Shristi Singh</cp:lastModifiedBy>
  <cp:revision>1</cp:revision>
  <dcterms:created xsi:type="dcterms:W3CDTF">2026-06-25T11:40:58Z</dcterms:created>
  <dcterms:modified xsi:type="dcterms:W3CDTF">2026-06-25T11:41:15Z</dcterms:modified>
</cp:coreProperties>
</file>