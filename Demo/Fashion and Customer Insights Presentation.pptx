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sti Singh" userId="1908d33bda8a3b8a" providerId="LiveId" clId="{4137EA8B-9DC6-4890-A36B-9A1A1954B4B5}"/>
    <pc:docChg chg="custSel modSld">
      <pc:chgData name="Shristi Singh" userId="1908d33bda8a3b8a" providerId="LiveId" clId="{4137EA8B-9DC6-4890-A36B-9A1A1954B4B5}" dt="2026-06-25T11:45:12.478" v="0" actId="21"/>
      <pc:docMkLst>
        <pc:docMk/>
      </pc:docMkLst>
      <pc:sldChg chg="delSp mod delAnim">
        <pc:chgData name="Shristi Singh" userId="1908d33bda8a3b8a" providerId="LiveId" clId="{4137EA8B-9DC6-4890-A36B-9A1A1954B4B5}" dt="2026-06-25T11:45:12.478" v="0" actId="21"/>
        <pc:sldMkLst>
          <pc:docMk/>
          <pc:sldMk cId="149939491" sldId="256"/>
        </pc:sldMkLst>
        <pc:picChg chg="del">
          <ac:chgData name="Shristi Singh" userId="1908d33bda8a3b8a" providerId="LiveId" clId="{4137EA8B-9DC6-4890-A36B-9A1A1954B4B5}" dt="2026-06-25T11:45:12.478" v="0" actId="21"/>
          <ac:picMkLst>
            <pc:docMk/>
            <pc:sldMk cId="149939491" sldId="256"/>
            <ac:picMk id="4" creationId="{71FE23E6-91D8-0AA4-433D-714315E0F8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DCA0-ECA7-B589-89A1-EED320EBF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9C4B3-DADA-0FD9-BB69-FF0A4AC43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DC9C7-58D3-5591-0929-3471A9D4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DC78C-3716-EE8C-F6AB-2DE79382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44C64-EF87-3EA3-F2D2-2931D3CA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72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19C1-6DEC-06B2-3596-97C4F5D4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543E-DB41-6F51-0751-78F9EE0EE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3F02D-07B7-32CF-2764-90656F00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BBD8C-A5A4-E269-94D0-A6EA5DC9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50C2A-6AB5-6622-2B66-F31EDC46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4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E6A8-4FB5-77C1-8233-32E14EA0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273C2-EDD3-DBE3-9E92-9071137BD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71A10-4F5D-68DC-FB2B-B0E12377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B483-6851-BBBB-58B0-230F7774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E1F72-6C6B-C4BD-18C3-7220ACE9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3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4771-5118-43B6-61D5-81B10E31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6352-35FA-8085-055D-F473B522F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7592E-B2CB-5111-6193-8CE24D0F1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6433C-0EDF-8BDB-085E-B5D5047B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AAEA7-56D7-613B-7308-F4D3858C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63039-9320-FBE3-3135-59828497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7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0AC6-56ED-867C-0B79-187E53F4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1A6B7-BA3A-F398-34D9-8AE30D541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F843E-9DDE-4FCB-CCC9-AB90B8FAA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AC92E-EC34-3704-09C0-8013D6FA0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B7E06-70E8-981B-0C52-13869B777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FC1F4-C143-785B-065F-ED8225AC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2FFA7-A565-3F16-B671-68B529F3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A8AF5-0C9F-FCF8-A273-A2F6D3E7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0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08E7-100C-49C4-CECF-EB5D03A3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931BB-8953-64D0-A1D1-C06C6700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6F3E6-0034-42A9-5B5A-883B2872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54ECD-ED01-9620-E957-39BCE41D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5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50FE7-6626-5606-451C-875A94D7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0F9BA-DE31-F812-936A-16F86D2F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1419-A451-D190-3B33-3A4D3072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9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B830-28E0-F31E-DEAE-64FC4EA5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AC045-8AA2-21E6-CC98-7FFE4DEC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FE0E6-8456-0A1E-5C29-DE8FA71A8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E9DA-A9F1-E6EF-17D5-EEB0D72F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1F157-03E3-BF48-D78E-E74022CF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23A7-B912-478E-A458-7FBACD38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4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22A2-12CA-C4D3-24B7-7B09E055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01A4ED-44D7-24D3-70F6-DA73737D8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E1AAD-BDF4-03DF-C2A0-9E02DA094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E6C6B-1CE8-A2C1-26AF-88737A16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0AB8A-08CB-64E9-2AF7-6F8B5016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D2ABC-2E2C-0623-E97C-04F066CD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4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3EB6-531D-02D1-3D84-3B5EB99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A500C-A86F-E4B2-6A67-DEF532A00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A22E6-A46C-907B-DA08-64D59D70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A5956-91A2-36C1-635F-EA07BC71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52F22-E747-5AA1-8B00-8AEA6CF7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0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FBD38-D82A-A87B-CC76-C9099FC0D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D3159-1A13-4D9A-2884-06B5ED046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8C6EB-B039-143A-4634-8947C9DA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3F797-E85A-B6AB-B3A5-A3DF9ED6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1BC41-E62B-6F9E-48D6-8D6D104D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47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54105-1505-0163-1884-5E7CD403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A91EC-E3E6-90CA-386B-0939D05F1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0C1D4-E970-3550-7AC3-207FC64E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78D08-1CB6-4C66-B59F-A0C5054D1B0B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4E60-561D-192A-113F-FE2E0CE9D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ABEB5-25ED-07F2-8AC4-F73A31F14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0F784-8C8E-4055-8403-490F7AE8B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10AB2-04DF-F30F-00B1-D71A7E859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F4D91-B097-5318-CE08-6FAD95DFC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3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845"/>
    </mc:Choice>
    <mc:Fallback>
      <p:transition spd="slow" advTm="4584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Shristi Singh</dc:creator>
  <cp:lastModifiedBy>Shristi Singh</cp:lastModifiedBy>
  <cp:revision>1</cp:revision>
  <dcterms:created xsi:type="dcterms:W3CDTF">2026-06-25T11:45:02Z</dcterms:created>
  <dcterms:modified xsi:type="dcterms:W3CDTF">2026-06-25T11:45:21Z</dcterms:modified>
</cp:coreProperties>
</file>